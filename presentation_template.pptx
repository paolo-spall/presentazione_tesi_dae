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62" r:id="rId4"/>
    <p:sldId id="264" r:id="rId5"/>
    <p:sldId id="263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 autoAdjust="0"/>
    <p:restoredTop sz="94610" autoAdjust="0"/>
  </p:normalViewPr>
  <p:slideViewPr>
    <p:cSldViewPr snapToGrid="0" snapToObjects="1">
      <p:cViewPr varScale="1">
        <p:scale>
          <a:sx n="100" d="100"/>
          <a:sy n="100" d="100"/>
        </p:scale>
        <p:origin x="62" y="2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B1ECE3C6-7542-4596-B5C4-20D7578DAC49}"/>
              </a:ext>
            </a:extLst>
          </p:cNvPr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 cap="flat" cmpd="sng" algn="ctr">
            <a:solidFill>
              <a:srgbClr val="C8472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BD244D8-F9CB-4AF5-BAE2-F0001DF3A600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goes here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E963F6-1215-4176-A6F9-425C8487A537}"/>
              </a:ext>
            </a:extLst>
          </p:cNvPr>
          <p:cNvSpPr txBox="1"/>
          <p:nvPr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Author  ·  Presentation Title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036B547-931C-4282-9366-2C62C0C407CC}"/>
              </a:ext>
            </a:extLst>
          </p:cNvPr>
          <p:cNvSpPr txBox="1"/>
          <p:nvPr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2 / N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0D07AD2-AA27-6726-A12A-534AE9AD3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cxnSp>
        <p:nvCxnSpPr>
          <p:cNvPr id="20" name="Divider Line"/>
          <p:cNvCxnSpPr/>
          <p:nvPr/>
        </p:nvCxnSpPr>
        <p:spPr>
          <a:xfrm>
            <a:off x="320040" y="777240"/>
            <a:ext cx="850392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74E9259-1AF1-4428-AE16-D525D7D6CF9E}"/>
              </a:ext>
            </a:extLst>
          </p:cNvPr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 cap="flat" cmpd="sng" algn="ctr">
            <a:solidFill>
              <a:srgbClr val="C8472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D0ECAD6-FF98-4193-979E-566FFED4B5AD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content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CBD74A-88E8-4A7F-BF8C-396FF18C5FD4}"/>
              </a:ext>
            </a:extLst>
          </p:cNvPr>
          <p:cNvSpPr txBox="1"/>
          <p:nvPr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6B61206-552D-4FD9-AD75-776CC2AA3CAA}"/>
              </a:ext>
            </a:extLst>
          </p:cNvPr>
          <p:cNvSpPr txBox="1"/>
          <p:nvPr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Author  ·  Presentation Title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E24E25D-E795-4F36-8C77-3D9BDC22CF01}"/>
              </a:ext>
            </a:extLst>
          </p:cNvPr>
          <p:cNvSpPr txBox="1"/>
          <p:nvPr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3 / N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2BC30061-9FCD-8D6B-EC70-945EB684C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cxnSp>
        <p:nvCxnSpPr>
          <p:cNvPr id="20" name="Divider Line"/>
          <p:cNvCxnSpPr/>
          <p:nvPr/>
        </p:nvCxnSpPr>
        <p:spPr>
          <a:xfrm>
            <a:off x="320040" y="777240"/>
            <a:ext cx="850392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42C44A4-D4FD-4AF6-B54D-6FE5728ECC31}"/>
              </a:ext>
            </a:extLst>
          </p:cNvPr>
          <p:cNvSpPr txBox="1"/>
          <p:nvPr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Author  ·  Presentation Title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E61C691-9D86-433B-A296-56BAECC45947}"/>
              </a:ext>
            </a:extLst>
          </p:cNvPr>
          <p:cNvSpPr txBox="1"/>
          <p:nvPr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4 / N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ABBF85F-8B02-E386-14AD-1D129CFF7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cxnSp>
        <p:nvCxnSpPr>
          <p:cNvPr id="20" name="Accent Line"/>
          <p:cNvCxnSpPr/>
          <p:nvPr/>
        </p:nvCxnSpPr>
        <p:spPr>
          <a:xfrm>
            <a:off x="3556000" y="3238500"/>
            <a:ext cx="2032000" cy="0"/>
          </a:xfrm>
          <a:prstGeom prst="line">
            <a:avLst/>
          </a:prstGeom>
          <a:ln w="31750">
            <a:solidFill>
              <a:srgbClr val="C8472C"/>
            </a:solidFill>
          </a:ln>
        </p:spPr>
      </p:cxn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30C71BD7-064E-465C-972E-F96FF4ED74AB}"/>
              </a:ext>
            </a:extLst>
          </p:cNvPr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 cap="flat" cmpd="sng" algn="ctr">
            <a:solidFill>
              <a:srgbClr val="C8472C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content goes here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F939A93-FC59-4C53-B782-7BE556F191C7}"/>
              </a:ext>
            </a:extLst>
          </p:cNvPr>
          <p:cNvSpPr txBox="1"/>
          <p:nvPr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Author  ·  Presentation Title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0868FEB-59A4-42B1-81B2-0A9DDDAD81A6}"/>
              </a:ext>
            </a:extLst>
          </p:cNvPr>
          <p:cNvSpPr txBox="1"/>
          <p:nvPr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900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5 / N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3C2F695-8330-3EB3-8ABC-37EFA167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cxnSp>
        <p:nvCxnSpPr>
          <p:cNvPr id="20" name="Divider Line"/>
          <p:cNvCxnSpPr/>
          <p:nvPr/>
        </p:nvCxnSpPr>
        <p:spPr>
          <a:xfrm>
            <a:off x="320040" y="777240"/>
            <a:ext cx="850392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103</Words>
  <Application>Microsoft Office PowerPoint</Application>
  <PresentationFormat>Presentazione su schermo (16:9)</PresentationFormat>
  <Paragraphs>27</Paragraphs>
  <Slides>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3</cp:revision>
  <dcterms:created xsi:type="dcterms:W3CDTF">2026-04-01T11:00:14Z</dcterms:created>
  <dcterms:modified xsi:type="dcterms:W3CDTF">2026-04-06T13:37:37Z</dcterms:modified>
</cp:coreProperties>
</file>