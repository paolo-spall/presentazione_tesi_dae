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replace classical heuristics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frontier cluster selection in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= systematic coverage of an unknown environment without human input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frontier methods use fixed heuristics (nearest, largest) — simple but not adaptive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learns a policy from experience — potentially more flexible and environment-aware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feature vector: distance, size, angle, coordinates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(agent-centered) or absolute coordinates tested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 applied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 search: reward × observation set → best config per reward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lr, batch size, target update interval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500k / 750k / 1M steps comparison</a:t>
            </a:r>
            <a:endParaRPr lang="en-US" sz="1400" dirty="0"/>
          </a:p>
        </p:txBody>
      </p:sp>
      <p:pic>
        <p:nvPicPr>
          <p:cNvPr id="8" name="Image 0" descr="/home/claude/assets/experimental_process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896112"/>
            <a:ext cx="4251960" cy="4023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44475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438144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20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Reward hacking: agent always selects action 0. Root cause — sorted observations make the padding penalty trivially exploitable.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3200400"/>
        </p:xfrm>
        <a:graphic>
          <a:graphicData uri="http://schemas.openxmlformats.org/drawingml/2006/table">
            <a:tbl>
              <a:tblPr/>
              <a:tblGrid>
                <a:gridCol w="1417320"/>
                <a:gridCol w="1417320"/>
                <a:gridCol w="1417320"/>
                <a:gridCol w="1417320"/>
                <a:gridCol w="1417320"/>
                <a:gridCol w="14173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1</cp:revision>
  <dcterms:created xsi:type="dcterms:W3CDTF">2026-04-01T11:00:14Z</dcterms:created>
  <dcterms:modified xsi:type="dcterms:W3CDTF">2026-04-01T11:00:14Z</dcterms:modified>
</cp:coreProperties>
</file>