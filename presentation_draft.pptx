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2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feature vector: distance, size, angle, coordinates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(agent-centered) or absolute coordinates tested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 applied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 search: reward × observation set → best config per reward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lr, batch size, target update interval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500k / 750k / 1M steps comparison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63440" y="896112"/>
            <a:ext cx="4251960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44475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438144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20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Reward hacking: agent always selects action 0. Root cause — sorted observations make the padding penalty trivially exploitable.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256032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1473</Words>
  <Application>Microsoft Office PowerPoint</Application>
  <PresentationFormat>Presentazione su schermo (16:9)</PresentationFormat>
  <Paragraphs>223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3</cp:revision>
  <dcterms:created xsi:type="dcterms:W3CDTF">2026-04-01T11:00:14Z</dcterms:created>
  <dcterms:modified xsi:type="dcterms:W3CDTF">2026-04-07T09:27:37Z</dcterms:modified>
</cp:coreProperties>
</file>