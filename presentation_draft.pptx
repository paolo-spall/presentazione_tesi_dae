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1" y="914400"/>
            <a:ext cx="434678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3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37814" y="797559"/>
            <a:ext cx="4377586" cy="4142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20700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337560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100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67724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6772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257202"/>
              </p:ext>
            </p:extLst>
          </p:nvPr>
        </p:nvGraphicFramePr>
        <p:xfrm>
          <a:off x="352044" y="4005244"/>
          <a:ext cx="42199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652">
                  <a:extLst>
                    <a:ext uri="{9D8B030D-6E8A-4147-A177-3AD203B41FA5}">
                      <a16:colId xmlns:a16="http://schemas.microsoft.com/office/drawing/2014/main" val="227934069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CCE04E66-40C1-8541-5EBD-A14D9983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63427"/>
              </p:ext>
            </p:extLst>
          </p:nvPr>
        </p:nvGraphicFramePr>
        <p:xfrm>
          <a:off x="5623560" y="3674531"/>
          <a:ext cx="3200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77822568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372306556"/>
                    </a:ext>
                  </a:extLst>
                </a:gridCol>
              </a:tblGrid>
              <a:tr h="226906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575100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/>
                        <a:t>Std</a:t>
                      </a:r>
                      <a:r>
                        <a:rPr lang="it-IT" sz="1200" dirty="0"/>
                        <a:t>. Dev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184145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6241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783785"/>
              </p:ext>
            </p:extLst>
          </p:nvPr>
        </p:nvGraphicFramePr>
        <p:xfrm>
          <a:off x="320040" y="1298448"/>
          <a:ext cx="8503920" cy="3200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min distance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max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43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- 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+ Agent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1965</TotalTime>
  <Words>1443</Words>
  <Application>Microsoft Office PowerPoint</Application>
  <PresentationFormat>Presentazione su schermo (16:9)</PresentationFormat>
  <Paragraphs>237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5</cp:revision>
  <dcterms:created xsi:type="dcterms:W3CDTF">2026-04-01T11:00:14Z</dcterms:created>
  <dcterms:modified xsi:type="dcterms:W3CDTF">2026-04-09T07:42:07Z</dcterms:modified>
</cp:coreProperties>
</file>