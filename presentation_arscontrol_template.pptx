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3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5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196b399cc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196b399cc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196b399cc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g3196b399cc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" type="title">
  <p:cSld name="TITLE">
    <p:bg>
      <p:bgPr>
        <a:solidFill>
          <a:srgbClr val="0C343D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34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85200" y="275155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elvetica Neue Light"/>
              <a:buNone/>
              <a:defRPr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185200" y="108480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Helvetica Neue"/>
              <a:buNone/>
              <a:defRPr sz="3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pic>
        <p:nvPicPr>
          <p:cNvPr id="13" name="Google Shape;13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465754" y="4423500"/>
            <a:ext cx="1498248" cy="540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oogle Shape;14;p2"/>
          <p:cNvGrpSpPr/>
          <p:nvPr/>
        </p:nvGrpSpPr>
        <p:grpSpPr>
          <a:xfrm>
            <a:off x="180000" y="179775"/>
            <a:ext cx="2708300" cy="540225"/>
            <a:chOff x="180000" y="179775"/>
            <a:chExt cx="2708300" cy="540225"/>
          </a:xfrm>
        </p:grpSpPr>
        <p:sp>
          <p:nvSpPr>
            <p:cNvPr id="15" name="Google Shape;15;p2"/>
            <p:cNvSpPr txBox="1"/>
            <p:nvPr/>
          </p:nvSpPr>
          <p:spPr>
            <a:xfrm>
              <a:off x="1600100" y="180000"/>
              <a:ext cx="1288200" cy="54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Automation, </a:t>
              </a:r>
              <a:endParaRPr sz="1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Robotics and </a:t>
              </a:r>
              <a:endParaRPr sz="1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System Control</a:t>
              </a:r>
              <a:endParaRPr sz="1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6" name="Google Shape;16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0000" y="180000"/>
              <a:ext cx="1238056" cy="54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7" name="Google Shape;17;p2"/>
            <p:cNvCxnSpPr/>
            <p:nvPr/>
          </p:nvCxnSpPr>
          <p:spPr>
            <a:xfrm>
              <a:off x="1509078" y="179775"/>
              <a:ext cx="0" cy="540000"/>
            </a:xfrm>
            <a:prstGeom prst="straightConnector1">
              <a:avLst/>
            </a:prstGeom>
            <a:noFill/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8" name="Google Shape;18;p2"/>
          <p:cNvSpPr txBox="1">
            <a:spLocks noGrp="1"/>
          </p:cNvSpPr>
          <p:nvPr>
            <p:ph type="body" idx="2"/>
          </p:nvPr>
        </p:nvSpPr>
        <p:spPr>
          <a:xfrm>
            <a:off x="179388" y="4457700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body" idx="3"/>
          </p:nvPr>
        </p:nvSpPr>
        <p:spPr>
          <a:xfrm>
            <a:off x="185200" y="4691400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body" idx="4"/>
          </p:nvPr>
        </p:nvSpPr>
        <p:spPr>
          <a:xfrm>
            <a:off x="3822571" y="4463465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body" idx="5"/>
          </p:nvPr>
        </p:nvSpPr>
        <p:spPr>
          <a:xfrm>
            <a:off x="3822571" y="4685745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311700" y="292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311700" y="1008913"/>
            <a:ext cx="8520600" cy="336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•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○"/>
              <a:defRPr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■"/>
              <a:defRPr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●"/>
              <a:defRPr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○"/>
              <a:defRPr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■"/>
              <a:defRPr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●"/>
              <a:defRPr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○"/>
              <a:defRPr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■"/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pic>
        <p:nvPicPr>
          <p:cNvPr id="25" name="Google Shape;25;p3" descr="A black background with a black square&#10;&#10;Description automatically generated with medium confidenc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80" y="4568314"/>
            <a:ext cx="1105322" cy="4747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>
            <a:spLocks noGrp="1"/>
          </p:cNvSpPr>
          <p:nvPr>
            <p:ph type="title"/>
          </p:nvPr>
        </p:nvSpPr>
        <p:spPr>
          <a:xfrm>
            <a:off x="311700" y="2908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body" idx="1"/>
          </p:nvPr>
        </p:nvSpPr>
        <p:spPr>
          <a:xfrm>
            <a:off x="311700" y="1005750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 dirty="0"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2"/>
          </p:nvPr>
        </p:nvSpPr>
        <p:spPr>
          <a:xfrm>
            <a:off x="4832400" y="1005750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311700" y="2908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28360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sldNum" idx="12"/>
          </p:nvPr>
        </p:nvSpPr>
        <p:spPr>
          <a:xfrm>
            <a:off x="828360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2908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0077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  <a:defRPr sz="18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○"/>
              <a:defRPr sz="14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■"/>
              <a:defRPr sz="14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●"/>
              <a:defRPr sz="14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○"/>
              <a:defRPr sz="14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■"/>
              <a:defRPr sz="14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●"/>
              <a:defRPr sz="14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○"/>
              <a:defRPr sz="14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■"/>
              <a:defRPr sz="140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8" name="Google Shape;8;p1" descr="A black background with a black square&#10;&#10;Description automatically generated with medium confidence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0480" y="4568314"/>
            <a:ext cx="1105322" cy="474706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27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185200" y="275155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347472" lvl="0" indent="-34747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elvetica Neue Light"/>
              <a:buNone/>
            </a:pPr>
            <a:r>
              <a:rPr lang="en-US"/>
              <a:t>Authors</a:t>
            </a:r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185200" y="108480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Helvetica Neue"/>
              <a:buNone/>
            </a:pPr>
            <a:r>
              <a:rPr lang="en-US"/>
              <a:t>Example first slide</a:t>
            </a:r>
            <a:br>
              <a:rPr lang="en-US"/>
            </a:br>
            <a:r>
              <a:rPr lang="en-US" sz="2400">
                <a:solidFill>
                  <a:schemeClr val="accent3"/>
                </a:solidFill>
              </a:rPr>
              <a:t>Example</a:t>
            </a:r>
            <a:endParaRPr sz="2400">
              <a:solidFill>
                <a:schemeClr val="accent3"/>
              </a:solidFill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179388" y="4457700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Author</a:t>
            </a:r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3"/>
          </p:nvPr>
        </p:nvSpPr>
        <p:spPr>
          <a:xfrm>
            <a:off x="185200" y="4691400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Author email</a:t>
            </a:r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4"/>
          </p:nvPr>
        </p:nvSpPr>
        <p:spPr>
          <a:xfrm>
            <a:off x="3822571" y="4463465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date</a:t>
            </a:r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5"/>
          </p:nvPr>
        </p:nvSpPr>
        <p:spPr>
          <a:xfrm>
            <a:off x="3822571" y="4685745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place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 txBox="1">
            <a:spLocks noGrp="1"/>
          </p:cNvSpPr>
          <p:nvPr>
            <p:ph type="title"/>
          </p:nvPr>
        </p:nvSpPr>
        <p:spPr>
          <a:xfrm>
            <a:off x="311700" y="292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/>
              <a:t>Example slide</a:t>
            </a:r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body" idx="1"/>
          </p:nvPr>
        </p:nvSpPr>
        <p:spPr>
          <a:xfrm>
            <a:off x="311700" y="1008913"/>
            <a:ext cx="8520600" cy="336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Lorem ipsum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Lorem ipsum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311700" y="2908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Example two slide</a:t>
            </a:r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11700" y="1005750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Lorem ipsum</a:t>
            </a: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832400" y="1005750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Lorem ipsum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subTitle" idx="1"/>
          </p:nvPr>
        </p:nvSpPr>
        <p:spPr>
          <a:xfrm>
            <a:off x="185200" y="275155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347472" lvl="0" indent="-34747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elvetica Neue Light"/>
              <a:buNone/>
            </a:pPr>
            <a:r>
              <a:rPr lang="en-US"/>
              <a:t>Authors</a:t>
            </a:r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title"/>
          </p:nvPr>
        </p:nvSpPr>
        <p:spPr>
          <a:xfrm>
            <a:off x="185200" y="108480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Helvetica Neue"/>
              <a:buNone/>
            </a:pPr>
            <a:r>
              <a:rPr lang="en-US"/>
              <a:t>Example finale slide</a:t>
            </a:r>
            <a:br>
              <a:rPr lang="en-US"/>
            </a:br>
            <a:r>
              <a:rPr lang="en-US" sz="2400">
                <a:solidFill>
                  <a:schemeClr val="accent3"/>
                </a:solidFill>
              </a:rPr>
              <a:t>Example</a:t>
            </a:r>
            <a:endParaRPr sz="2400">
              <a:solidFill>
                <a:schemeClr val="accent3"/>
              </a:solidFill>
            </a:endParaRPr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2"/>
          </p:nvPr>
        </p:nvSpPr>
        <p:spPr>
          <a:xfrm>
            <a:off x="179388" y="4457700"/>
            <a:ext cx="2716800" cy="1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Author</a:t>
            </a:r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body" idx="3"/>
          </p:nvPr>
        </p:nvSpPr>
        <p:spPr>
          <a:xfrm>
            <a:off x="185200" y="4691400"/>
            <a:ext cx="2716800" cy="1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Author email</a:t>
            </a: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body" idx="4"/>
          </p:nvPr>
        </p:nvSpPr>
        <p:spPr>
          <a:xfrm>
            <a:off x="3822571" y="4463465"/>
            <a:ext cx="2716800" cy="1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date</a:t>
            </a:r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body" idx="5"/>
          </p:nvPr>
        </p:nvSpPr>
        <p:spPr>
          <a:xfrm>
            <a:off x="3822571" y="4685745"/>
            <a:ext cx="2716800" cy="1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place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ars">
  <a:themeElements>
    <a:clrScheme name="Custom 2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FF0000"/>
      </a:accent1>
      <a:accent2>
        <a:srgbClr val="212121"/>
      </a:accent2>
      <a:accent3>
        <a:srgbClr val="BAF8FF"/>
      </a:accent3>
      <a:accent4>
        <a:srgbClr val="31EBFF"/>
      </a:accent4>
      <a:accent5>
        <a:srgbClr val="00717D"/>
      </a:accent5>
      <a:accent6>
        <a:srgbClr val="004B53"/>
      </a:accent6>
      <a:hlink>
        <a:srgbClr val="0C5ADB"/>
      </a:hlink>
      <a:folHlink>
        <a:srgbClr val="0C5AD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479</TotalTime>
  <Words>41</Words>
  <Application>Microsoft Office PowerPoint</Application>
  <PresentationFormat>Presentazione su schermo (16:9)</PresentationFormat>
  <Paragraphs>18</Paragraphs>
  <Slides>4</Slides>
  <Notes>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9" baseType="lpstr">
      <vt:lpstr>Arial</vt:lpstr>
      <vt:lpstr>Calibri</vt:lpstr>
      <vt:lpstr>Helvetica Neue</vt:lpstr>
      <vt:lpstr>Helvetica Neue Light</vt:lpstr>
      <vt:lpstr>Simple ars</vt:lpstr>
      <vt:lpstr>Example first slide Example</vt:lpstr>
      <vt:lpstr>Example slide</vt:lpstr>
      <vt:lpstr>Example two slide</vt:lpstr>
      <vt:lpstr>Example finale slide Example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PAOLO SPALLANZANI</cp:lastModifiedBy>
  <cp:revision>1</cp:revision>
  <dcterms:modified xsi:type="dcterms:W3CDTF">2026-04-07T23:37:59Z</dcterms:modified>
</cp:coreProperties>
</file>