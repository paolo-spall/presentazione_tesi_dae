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3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196b399cc9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196b399cc9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196b399cc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g3196b399cc9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" type="title">
  <p:cSld name="TITLE">
    <p:bg>
      <p:bgPr>
        <a:solidFill>
          <a:srgbClr val="0C343D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34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185200" y="2751550"/>
            <a:ext cx="8784000" cy="16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elvetica Neue Light"/>
              <a:buNone/>
              <a:defRPr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type="title"/>
          </p:nvPr>
        </p:nvSpPr>
        <p:spPr>
          <a:xfrm>
            <a:off x="185200" y="1084800"/>
            <a:ext cx="8784000" cy="16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Helvetica Neue"/>
              <a:buNone/>
              <a:defRPr b="1" sz="3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13" name="Google Shape;13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465754" y="4423500"/>
            <a:ext cx="1498248" cy="540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" name="Google Shape;14;p2"/>
          <p:cNvGrpSpPr/>
          <p:nvPr/>
        </p:nvGrpSpPr>
        <p:grpSpPr>
          <a:xfrm>
            <a:off x="180000" y="179775"/>
            <a:ext cx="2708300" cy="540225"/>
            <a:chOff x="180000" y="179775"/>
            <a:chExt cx="2708300" cy="540225"/>
          </a:xfrm>
        </p:grpSpPr>
        <p:sp>
          <p:nvSpPr>
            <p:cNvPr id="15" name="Google Shape;15;p2"/>
            <p:cNvSpPr txBox="1"/>
            <p:nvPr/>
          </p:nvSpPr>
          <p:spPr>
            <a:xfrm>
              <a:off x="1600100" y="180000"/>
              <a:ext cx="1288200" cy="54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-US" sz="14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Automation, </a:t>
              </a:r>
              <a:endParaRPr b="1" i="0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-US" sz="14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Robotics and </a:t>
              </a:r>
              <a:endParaRPr b="1" i="0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-US" sz="14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System Control</a:t>
              </a:r>
              <a:endParaRPr b="1" i="0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6" name="Google Shape;16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80000" y="180000"/>
              <a:ext cx="1238056" cy="5400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7" name="Google Shape;17;p2"/>
            <p:cNvCxnSpPr/>
            <p:nvPr/>
          </p:nvCxnSpPr>
          <p:spPr>
            <a:xfrm>
              <a:off x="1509078" y="179775"/>
              <a:ext cx="0" cy="540000"/>
            </a:xfrm>
            <a:prstGeom prst="straightConnector1">
              <a:avLst/>
            </a:prstGeom>
            <a:noFill/>
            <a:ln cap="flat" cmpd="sng" w="2857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8" name="Google Shape;18;p2"/>
          <p:cNvSpPr txBox="1"/>
          <p:nvPr>
            <p:ph idx="2" type="body"/>
          </p:nvPr>
        </p:nvSpPr>
        <p:spPr>
          <a:xfrm>
            <a:off x="179388" y="4457700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3" type="body"/>
          </p:nvPr>
        </p:nvSpPr>
        <p:spPr>
          <a:xfrm>
            <a:off x="185200" y="4691400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4" type="body"/>
          </p:nvPr>
        </p:nvSpPr>
        <p:spPr>
          <a:xfrm>
            <a:off x="3822571" y="4463465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5" type="body"/>
          </p:nvPr>
        </p:nvSpPr>
        <p:spPr>
          <a:xfrm>
            <a:off x="3822571" y="4685745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/>
          <p:nvPr>
            <p:ph type="title"/>
          </p:nvPr>
        </p:nvSpPr>
        <p:spPr>
          <a:xfrm>
            <a:off x="311700" y="292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" type="body"/>
          </p:nvPr>
        </p:nvSpPr>
        <p:spPr>
          <a:xfrm>
            <a:off x="311700" y="1008913"/>
            <a:ext cx="8520600" cy="336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•"/>
              <a:defRPr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○"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■"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●"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○"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■"/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●"/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○"/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libri"/>
              <a:buChar char="■"/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background with a black square&#10;&#10;Description automatically generated with medium confidence" id="25" name="Google Shape;25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0480" y="4568314"/>
            <a:ext cx="1105322" cy="4747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title"/>
          </p:nvPr>
        </p:nvSpPr>
        <p:spPr>
          <a:xfrm>
            <a:off x="311700" y="2908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" type="body"/>
          </p:nvPr>
        </p:nvSpPr>
        <p:spPr>
          <a:xfrm>
            <a:off x="311700" y="1005750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4"/>
          <p:cNvSpPr txBox="1"/>
          <p:nvPr>
            <p:ph idx="2" type="body"/>
          </p:nvPr>
        </p:nvSpPr>
        <p:spPr>
          <a:xfrm>
            <a:off x="4832400" y="1005750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311700" y="2908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8360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idx="12" type="sldNum"/>
          </p:nvPr>
        </p:nvSpPr>
        <p:spPr>
          <a:xfrm>
            <a:off x="828360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2908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b="1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b="1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b="1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b="1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b="1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b="1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b="1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b="1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b="1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00772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  <a:defRPr i="0" sz="1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○"/>
              <a:defRPr i="0" sz="14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■"/>
              <a:defRPr i="0" sz="14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●"/>
              <a:defRPr i="0" sz="14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○"/>
              <a:defRPr i="0" sz="14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■"/>
              <a:defRPr i="0" sz="14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●"/>
              <a:defRPr i="0" sz="14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○"/>
              <a:defRPr i="0" sz="14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Char char="■"/>
              <a:defRPr i="0" sz="14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background with a black square&#10;&#10;Description automatically generated with medium confidence"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00480" y="4568314"/>
            <a:ext cx="1105322" cy="47470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3127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idx="1" type="subTitle"/>
          </p:nvPr>
        </p:nvSpPr>
        <p:spPr>
          <a:xfrm>
            <a:off x="185200" y="2751550"/>
            <a:ext cx="8784000" cy="16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47472" lvl="0" marL="347472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elvetica Neue Light"/>
              <a:buNone/>
            </a:pPr>
            <a:r>
              <a:rPr lang="en-US"/>
              <a:t>Authors</a:t>
            </a:r>
            <a:endParaRPr/>
          </a:p>
        </p:txBody>
      </p:sp>
      <p:sp>
        <p:nvSpPr>
          <p:cNvPr id="40" name="Google Shape;40;p7"/>
          <p:cNvSpPr txBox="1"/>
          <p:nvPr>
            <p:ph type="title"/>
          </p:nvPr>
        </p:nvSpPr>
        <p:spPr>
          <a:xfrm>
            <a:off x="185200" y="1084800"/>
            <a:ext cx="8784000" cy="16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Helvetica Neue"/>
              <a:buNone/>
            </a:pPr>
            <a:r>
              <a:rPr lang="en-US"/>
              <a:t>Example first slide</a:t>
            </a:r>
            <a:br>
              <a:rPr lang="en-US"/>
            </a:br>
            <a:r>
              <a:rPr lang="en-US" sz="2400">
                <a:solidFill>
                  <a:schemeClr val="accent3"/>
                </a:solidFill>
              </a:rPr>
              <a:t>Example</a:t>
            </a:r>
            <a:endParaRPr sz="2400">
              <a:solidFill>
                <a:schemeClr val="accent3"/>
              </a:solidFill>
            </a:endParaRPr>
          </a:p>
        </p:txBody>
      </p:sp>
      <p:sp>
        <p:nvSpPr>
          <p:cNvPr id="41" name="Google Shape;41;p7"/>
          <p:cNvSpPr txBox="1"/>
          <p:nvPr>
            <p:ph idx="2" type="body"/>
          </p:nvPr>
        </p:nvSpPr>
        <p:spPr>
          <a:xfrm>
            <a:off x="179388" y="4457700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Presentation Author</a:t>
            </a:r>
            <a:endParaRPr/>
          </a:p>
        </p:txBody>
      </p:sp>
      <p:sp>
        <p:nvSpPr>
          <p:cNvPr id="42" name="Google Shape;42;p7"/>
          <p:cNvSpPr txBox="1"/>
          <p:nvPr>
            <p:ph idx="3" type="body"/>
          </p:nvPr>
        </p:nvSpPr>
        <p:spPr>
          <a:xfrm>
            <a:off x="185200" y="4691400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Author email</a:t>
            </a:r>
            <a:endParaRPr/>
          </a:p>
        </p:txBody>
      </p:sp>
      <p:sp>
        <p:nvSpPr>
          <p:cNvPr id="43" name="Google Shape;43;p7"/>
          <p:cNvSpPr txBox="1"/>
          <p:nvPr>
            <p:ph idx="4" type="body"/>
          </p:nvPr>
        </p:nvSpPr>
        <p:spPr>
          <a:xfrm>
            <a:off x="3822571" y="4463465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Presentation date</a:t>
            </a:r>
            <a:endParaRPr/>
          </a:p>
        </p:txBody>
      </p:sp>
      <p:sp>
        <p:nvSpPr>
          <p:cNvPr id="44" name="Google Shape;44;p7"/>
          <p:cNvSpPr txBox="1"/>
          <p:nvPr>
            <p:ph idx="5" type="body"/>
          </p:nvPr>
        </p:nvSpPr>
        <p:spPr>
          <a:xfrm>
            <a:off x="3822571" y="4685745"/>
            <a:ext cx="2716800" cy="184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Presentation place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8"/>
          <p:cNvSpPr txBox="1"/>
          <p:nvPr>
            <p:ph type="title"/>
          </p:nvPr>
        </p:nvSpPr>
        <p:spPr>
          <a:xfrm>
            <a:off x="311700" y="292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/>
              <a:t>Example slide</a:t>
            </a:r>
            <a:endParaRPr/>
          </a:p>
        </p:txBody>
      </p:sp>
      <p:sp>
        <p:nvSpPr>
          <p:cNvPr id="50" name="Google Shape;50;p8"/>
          <p:cNvSpPr txBox="1"/>
          <p:nvPr>
            <p:ph idx="1" type="body"/>
          </p:nvPr>
        </p:nvSpPr>
        <p:spPr>
          <a:xfrm>
            <a:off x="311700" y="1008913"/>
            <a:ext cx="8520600" cy="336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Lorem ipsum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Lorem ipsum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311700" y="290825"/>
            <a:ext cx="85206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Example two slide</a:t>
            </a:r>
            <a:endParaRPr/>
          </a:p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11700" y="1005750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Lorem ipsum</a:t>
            </a:r>
            <a:endParaRPr/>
          </a:p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832400" y="1005750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Lorem ipsum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idx="1" type="subTitle"/>
          </p:nvPr>
        </p:nvSpPr>
        <p:spPr>
          <a:xfrm>
            <a:off x="185200" y="2751550"/>
            <a:ext cx="8784000" cy="16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47472" lvl="0" marL="347472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elvetica Neue Light"/>
              <a:buNone/>
            </a:pPr>
            <a:r>
              <a:rPr lang="en-US"/>
              <a:t>Authors</a:t>
            </a:r>
            <a:endParaRPr/>
          </a:p>
        </p:txBody>
      </p:sp>
      <p:sp>
        <p:nvSpPr>
          <p:cNvPr id="63" name="Google Shape;63;p10"/>
          <p:cNvSpPr txBox="1"/>
          <p:nvPr>
            <p:ph type="title"/>
          </p:nvPr>
        </p:nvSpPr>
        <p:spPr>
          <a:xfrm>
            <a:off x="185200" y="1084800"/>
            <a:ext cx="8784000" cy="16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Helvetica Neue"/>
              <a:buNone/>
            </a:pPr>
            <a:r>
              <a:rPr lang="en-US"/>
              <a:t>Example finale slide</a:t>
            </a:r>
            <a:br>
              <a:rPr lang="en-US"/>
            </a:br>
            <a:r>
              <a:rPr lang="en-US" sz="2400">
                <a:solidFill>
                  <a:schemeClr val="accent3"/>
                </a:solidFill>
              </a:rPr>
              <a:t>Example</a:t>
            </a:r>
            <a:endParaRPr sz="2400">
              <a:solidFill>
                <a:schemeClr val="accent3"/>
              </a:solidFill>
            </a:endParaRPr>
          </a:p>
        </p:txBody>
      </p:sp>
      <p:sp>
        <p:nvSpPr>
          <p:cNvPr id="64" name="Google Shape;64;p10"/>
          <p:cNvSpPr txBox="1"/>
          <p:nvPr>
            <p:ph idx="2" type="body"/>
          </p:nvPr>
        </p:nvSpPr>
        <p:spPr>
          <a:xfrm>
            <a:off x="179388" y="4457700"/>
            <a:ext cx="2716800" cy="1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Presentation Author</a:t>
            </a:r>
            <a:endParaRPr/>
          </a:p>
        </p:txBody>
      </p:sp>
      <p:sp>
        <p:nvSpPr>
          <p:cNvPr id="65" name="Google Shape;65;p10"/>
          <p:cNvSpPr txBox="1"/>
          <p:nvPr>
            <p:ph idx="3" type="body"/>
          </p:nvPr>
        </p:nvSpPr>
        <p:spPr>
          <a:xfrm>
            <a:off x="185200" y="4691400"/>
            <a:ext cx="2716800" cy="1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Author email</a:t>
            </a:r>
            <a:endParaRPr/>
          </a:p>
        </p:txBody>
      </p:sp>
      <p:sp>
        <p:nvSpPr>
          <p:cNvPr id="66" name="Google Shape;66;p10"/>
          <p:cNvSpPr txBox="1"/>
          <p:nvPr>
            <p:ph idx="4" type="body"/>
          </p:nvPr>
        </p:nvSpPr>
        <p:spPr>
          <a:xfrm>
            <a:off x="3822571" y="4463465"/>
            <a:ext cx="2716800" cy="1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Presentation date</a:t>
            </a:r>
            <a:endParaRPr/>
          </a:p>
        </p:txBody>
      </p:sp>
      <p:sp>
        <p:nvSpPr>
          <p:cNvPr id="67" name="Google Shape;67;p10"/>
          <p:cNvSpPr txBox="1"/>
          <p:nvPr>
            <p:ph idx="5" type="body"/>
          </p:nvPr>
        </p:nvSpPr>
        <p:spPr>
          <a:xfrm>
            <a:off x="3822571" y="4685745"/>
            <a:ext cx="2716800" cy="1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Presentation place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ars">
  <a:themeElements>
    <a:clrScheme name="Custom 2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FF0000"/>
      </a:accent1>
      <a:accent2>
        <a:srgbClr val="212121"/>
      </a:accent2>
      <a:accent3>
        <a:srgbClr val="BAF8FF"/>
      </a:accent3>
      <a:accent4>
        <a:srgbClr val="31EBFF"/>
      </a:accent4>
      <a:accent5>
        <a:srgbClr val="00717D"/>
      </a:accent5>
      <a:accent6>
        <a:srgbClr val="004B53"/>
      </a:accent6>
      <a:hlink>
        <a:srgbClr val="0C5ADB"/>
      </a:hlink>
      <a:folHlink>
        <a:srgbClr val="0C5AD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