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3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56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196b399cc9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196b399cc9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196b399cc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g3196b399cc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" type="title">
  <p:cSld name="TITLE">
    <p:bg>
      <p:bgPr>
        <a:solidFill>
          <a:srgbClr val="0C343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3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85200" y="2751550"/>
            <a:ext cx="8784000" cy="16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 Light"/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185200" y="1084800"/>
            <a:ext cx="8784000" cy="16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sz="3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65754" y="4423500"/>
            <a:ext cx="1498248" cy="54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180000" y="179775"/>
            <a:ext cx="2708300" cy="540225"/>
            <a:chOff x="180000" y="179775"/>
            <a:chExt cx="2708300" cy="540225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1600100" y="180000"/>
              <a:ext cx="1288200" cy="54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Automation, </a:t>
              </a:r>
              <a:endParaRPr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Robotics and </a:t>
              </a:r>
              <a:endParaRPr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System Control</a:t>
              </a:r>
              <a:endParaRPr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6" name="Google Shape;16;p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0000" y="180000"/>
              <a:ext cx="1238056" cy="5400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7" name="Google Shape;17;p2"/>
            <p:cNvCxnSpPr/>
            <p:nvPr/>
          </p:nvCxnSpPr>
          <p:spPr>
            <a:xfrm>
              <a:off x="1509078" y="179775"/>
              <a:ext cx="0" cy="540000"/>
            </a:xfrm>
            <a:prstGeom prst="straightConnector1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body" idx="2"/>
          </p:nvPr>
        </p:nvSpPr>
        <p:spPr>
          <a:xfrm>
            <a:off x="179388" y="4457700"/>
            <a:ext cx="271680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body" idx="3"/>
          </p:nvPr>
        </p:nvSpPr>
        <p:spPr>
          <a:xfrm>
            <a:off x="185200" y="4691400"/>
            <a:ext cx="271680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body" idx="4"/>
          </p:nvPr>
        </p:nvSpPr>
        <p:spPr>
          <a:xfrm>
            <a:off x="3822571" y="4463465"/>
            <a:ext cx="271680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body" idx="5"/>
          </p:nvPr>
        </p:nvSpPr>
        <p:spPr>
          <a:xfrm>
            <a:off x="3822571" y="4685745"/>
            <a:ext cx="271680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311700" y="1008913"/>
            <a:ext cx="8520600" cy="33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•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  <a:defRPr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  <a:defRPr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  <a:defRPr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pic>
        <p:nvPicPr>
          <p:cNvPr id="25" name="Google Shape;25;p3" descr="A black background with a black square&#10;&#10;Description automatically generated with medium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480" y="4568314"/>
            <a:ext cx="1105322" cy="474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2908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00575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2"/>
          </p:nvPr>
        </p:nvSpPr>
        <p:spPr>
          <a:xfrm>
            <a:off x="4832400" y="100575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2908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2836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2836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908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0077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  <a:defRPr sz="180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 sz="140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 sz="140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 sz="140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 sz="140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 sz="140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 sz="140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 sz="140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 sz="140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8" name="Google Shape;8;p1" descr="A black background with a black square&#10;&#10;Description automatically generated with medium confidence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480" y="4568314"/>
            <a:ext cx="1105322" cy="47470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127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subTitle" idx="1"/>
          </p:nvPr>
        </p:nvSpPr>
        <p:spPr>
          <a:xfrm>
            <a:off x="185200" y="2751550"/>
            <a:ext cx="8784000" cy="16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347472" lvl="0" indent="-34747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 Light"/>
              <a:buNone/>
            </a:pPr>
            <a:r>
              <a:rPr lang="en-US"/>
              <a:t>Authors</a:t>
            </a:r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185200" y="1084800"/>
            <a:ext cx="8784000" cy="16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</a:pPr>
            <a:r>
              <a:rPr lang="en-US"/>
              <a:t>Example first slide</a:t>
            </a:r>
            <a:br>
              <a:rPr lang="en-US"/>
            </a:br>
            <a:r>
              <a:rPr lang="en-US" sz="2400">
                <a:solidFill>
                  <a:schemeClr val="accent3"/>
                </a:solidFill>
              </a:rPr>
              <a:t>Example</a:t>
            </a:r>
            <a:endParaRPr sz="2400">
              <a:solidFill>
                <a:schemeClr val="accent3"/>
              </a:solidFill>
            </a:endParaRPr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2"/>
          </p:nvPr>
        </p:nvSpPr>
        <p:spPr>
          <a:xfrm>
            <a:off x="179388" y="4457700"/>
            <a:ext cx="271680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Presentation Author</a:t>
            </a:r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3"/>
          </p:nvPr>
        </p:nvSpPr>
        <p:spPr>
          <a:xfrm>
            <a:off x="185200" y="4691400"/>
            <a:ext cx="271680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Author email</a:t>
            </a:r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4"/>
          </p:nvPr>
        </p:nvSpPr>
        <p:spPr>
          <a:xfrm>
            <a:off x="3822571" y="4463465"/>
            <a:ext cx="271680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Presentation date</a:t>
            </a:r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5"/>
          </p:nvPr>
        </p:nvSpPr>
        <p:spPr>
          <a:xfrm>
            <a:off x="3822571" y="4685745"/>
            <a:ext cx="271680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Presentation place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Example slide</a:t>
            </a:r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1"/>
          </p:nvPr>
        </p:nvSpPr>
        <p:spPr>
          <a:xfrm>
            <a:off x="311700" y="1008913"/>
            <a:ext cx="8520600" cy="33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Lorem ipsum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Lorem ipsum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311700" y="290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two slide</a:t>
            </a:r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11700" y="1005750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Lorem ipsum</a:t>
            </a:r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832400" y="1005750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Lorem ipsum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subTitle" idx="1"/>
          </p:nvPr>
        </p:nvSpPr>
        <p:spPr>
          <a:xfrm>
            <a:off x="185200" y="2751550"/>
            <a:ext cx="8784000" cy="16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347472" lvl="0" indent="-34747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 Light"/>
              <a:buNone/>
            </a:pPr>
            <a:r>
              <a:rPr lang="en-US"/>
              <a:t>Authors</a:t>
            </a:r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185200" y="1084800"/>
            <a:ext cx="8784000" cy="16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</a:pPr>
            <a:r>
              <a:rPr lang="en-US"/>
              <a:t>Example finale slide</a:t>
            </a:r>
            <a:br>
              <a:rPr lang="en-US"/>
            </a:br>
            <a:r>
              <a:rPr lang="en-US" sz="2400">
                <a:solidFill>
                  <a:schemeClr val="accent3"/>
                </a:solidFill>
              </a:rPr>
              <a:t>Example</a:t>
            </a:r>
            <a:endParaRPr sz="2400">
              <a:solidFill>
                <a:schemeClr val="accent3"/>
              </a:solidFill>
            </a:endParaRPr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2"/>
          </p:nvPr>
        </p:nvSpPr>
        <p:spPr>
          <a:xfrm>
            <a:off x="179388" y="4457700"/>
            <a:ext cx="2716800" cy="1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Presentation Author</a:t>
            </a:r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3"/>
          </p:nvPr>
        </p:nvSpPr>
        <p:spPr>
          <a:xfrm>
            <a:off x="185200" y="4691400"/>
            <a:ext cx="2716800" cy="1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Author email</a:t>
            </a:r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body" idx="4"/>
          </p:nvPr>
        </p:nvSpPr>
        <p:spPr>
          <a:xfrm>
            <a:off x="3822571" y="4463465"/>
            <a:ext cx="2716800" cy="1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Presentation date</a:t>
            </a:r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5"/>
          </p:nvPr>
        </p:nvSpPr>
        <p:spPr>
          <a:xfrm>
            <a:off x="3822571" y="4685745"/>
            <a:ext cx="2716800" cy="1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Presentation place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ars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00"/>
      </a:accent1>
      <a:accent2>
        <a:srgbClr val="212121"/>
      </a:accent2>
      <a:accent3>
        <a:srgbClr val="BAF8FF"/>
      </a:accent3>
      <a:accent4>
        <a:srgbClr val="31EBFF"/>
      </a:accent4>
      <a:accent5>
        <a:srgbClr val="00717D"/>
      </a:accent5>
      <a:accent6>
        <a:srgbClr val="004B53"/>
      </a:accent6>
      <a:hlink>
        <a:srgbClr val="0C5ADB"/>
      </a:hlink>
      <a:folHlink>
        <a:srgbClr val="0C5AD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0</TotalTime>
  <Words>41</Words>
  <Application>Microsoft Office PowerPoint</Application>
  <PresentationFormat>Presentazione su schermo (16:9)</PresentationFormat>
  <Paragraphs>18</Paragraphs>
  <Slides>4</Slides>
  <Notes>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9" baseType="lpstr">
      <vt:lpstr>Arial</vt:lpstr>
      <vt:lpstr>Calibri</vt:lpstr>
      <vt:lpstr>Helvetica Neue</vt:lpstr>
      <vt:lpstr>Helvetica Neue Light</vt:lpstr>
      <vt:lpstr>Simple ars</vt:lpstr>
      <vt:lpstr>Example first slide Example</vt:lpstr>
      <vt:lpstr>Example slide</vt:lpstr>
      <vt:lpstr>Example two slide</vt:lpstr>
      <vt:lpstr>Example finale slide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PAOLO SPALLANZANI</cp:lastModifiedBy>
  <cp:revision>1</cp:revision>
  <dcterms:modified xsi:type="dcterms:W3CDTF">2026-04-07T09:27:11Z</dcterms:modified>
</cp:coreProperties>
</file>