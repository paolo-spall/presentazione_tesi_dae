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5"/>
  </p:notesMasterIdLst>
  <p:sldIdLst>
    <p:sldId id="266" r:id="rId3"/>
    <p:sldId id="269" r:id="rId4"/>
    <p:sldId id="273" r:id="rId5"/>
    <p:sldId id="259" r:id="rId6"/>
    <p:sldId id="271" r:id="rId7"/>
    <p:sldId id="261" r:id="rId8"/>
    <p:sldId id="267" r:id="rId9"/>
    <p:sldId id="272" r:id="rId10"/>
    <p:sldId id="262" r:id="rId11"/>
    <p:sldId id="274" r:id="rId12"/>
    <p:sldId id="264" r:id="rId13"/>
    <p:sldId id="263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5F7FA"/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FE2BD3-6355-FDF3-4A6B-486DA5131EFB}"/>
              </a:ext>
            </a:extLst>
          </p:cNvPr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4747137" y="785808"/>
            <a:ext cx="3833300" cy="163591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B5838F-3F80-CDC3-ECA0-7532233B7FE2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56616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16443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402566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87206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its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2975986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7"/>
            <a:ext cx="4166031" cy="1002447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349069" y="1393369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349069" y="944285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28902" y="890647"/>
            <a:ext cx="4166030" cy="1002447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699296" y="1393369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699296" y="944285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999" y="2016721"/>
            <a:ext cx="2478168" cy="2467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1631</TotalTime>
  <Words>361</Words>
  <Application>Microsoft Office PowerPoint</Application>
  <PresentationFormat>Presentazione su schermo (16:9)</PresentationFormat>
  <Paragraphs>78</Paragraphs>
  <Slides>12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11</cp:revision>
  <dcterms:created xsi:type="dcterms:W3CDTF">2026-04-01T11:00:14Z</dcterms:created>
  <dcterms:modified xsi:type="dcterms:W3CDTF">2026-04-07T15:23:36Z</dcterms:modified>
</cp:coreProperties>
</file>